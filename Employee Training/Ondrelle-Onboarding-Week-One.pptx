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846320" cy="4846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-1920240" y="5852160"/>
            <a:ext cx="2103120" cy="2103120"/>
          </a:xfrm>
          <a:prstGeom prst="ellipse">
            <a:avLst/>
          </a:prstGeom>
          <a:solidFill>
            <a:srgbClr val="6E9E5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747065"/>
            <a:ext cx="608990" cy="6089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ONBOARDING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Ondrelle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your first week — what happens, when, and who to ask.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4572000"/>
            <a:ext cx="4480560" cy="777240"/>
          </a:xfrm>
          <a:prstGeom prst="roundRect">
            <a:avLst>
              <a:gd name="adj" fmla="val 10588"/>
            </a:avLst>
          </a:prstGeom>
          <a:solidFill>
            <a:srgbClr val="1F4322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45720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Week at Ondrelle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9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is a fictional company. For workshop use only.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Arrive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things happen before your first day — you don't need to chase any of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1774850"/>
            <a:ext cx="473659" cy="4736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81328" y="1664208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paperwork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81328" y="1965960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recruiter confirms your start date and sends your offer paperwork through the HR portal.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0" y="3100730"/>
            <a:ext cx="473659" cy="47365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81328" y="2990088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shipped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81328" y="3291840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ships your laptop and starter equipment to arrive by your start date.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3434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4426610"/>
            <a:ext cx="473659" cy="47365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4315968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completed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4617720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I-9 and tax withholding forms before your first day, when possible.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Onboarding · Your First Week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75688"/>
            <a:ext cx="566928" cy="566928"/>
          </a:xfrm>
          <a:prstGeom prst="ellipse">
            <a:avLst/>
          </a:prstGeom>
          <a:solidFill>
            <a:srgbClr val="6E9E5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101" y="2149389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0391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&amp; laptop pickup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35000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your building badge from Reception, or receive activation instructions if you're remote.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2075688"/>
            <a:ext cx="566928" cy="566928"/>
          </a:xfrm>
          <a:prstGeom prst="ellipse">
            <a:avLst/>
          </a:prstGeom>
          <a:solidFill>
            <a:srgbClr val="6E9E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661" y="2149389"/>
            <a:ext cx="419527" cy="41952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20391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setup session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269480" y="235000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email, and required software — with an IT specialist on hand to help.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74904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6E9E5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01" y="4115349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0050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team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431596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your manager and the teammates you'll work with most closely.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374904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37960" y="4041648"/>
            <a:ext cx="566928" cy="566928"/>
          </a:xfrm>
          <a:prstGeom prst="ellipse">
            <a:avLst/>
          </a:prstGeom>
          <a:solidFill>
            <a:srgbClr val="6E9E5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661" y="4115349"/>
            <a:ext cx="419527" cy="41952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69480" y="40050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orientation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269480" y="431596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overview, handbook walkthrough, and where to find every Ondrelle policy.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Onboarding · Your First Week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Two Through Five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1774850"/>
            <a:ext cx="473659" cy="47365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81328" y="1664208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systems training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81328" y="1965960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 with the systems your role uses every day, guided by your manager or a teammate.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30175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0" y="3100730"/>
            <a:ext cx="473659" cy="47365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2990088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Shadowing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3291840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in on real meetings and work to see how your team operates before you're expected to lead anything.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43434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4426610"/>
            <a:ext cx="473659" cy="47365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81328" y="4315968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training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481328" y="4617720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Code of Conduct and Workplace Safety training — both are due by the end of day 5.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Onboarding · Your First Week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Mandatory Trainings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self-paced online modules, assigned automatically in your first week.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37944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1909267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91640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of Conduct Training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326880" y="1883664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326880" y="18836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Day 5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715768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2862072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" y="2933395"/>
            <a:ext cx="405994" cy="40599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2715768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Safety Training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9326880" y="290779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326880" y="2907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Day 5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739896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38862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3957523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00200" y="3739896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&amp; Privacy Training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326880" y="3931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32688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Day 14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4764024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491032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" y="4981651"/>
            <a:ext cx="405994" cy="40599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00200" y="4764024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Anti-Harassment Prevention Training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9326880" y="4956048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9326880" y="4956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Day 30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Onboarding · Your First Week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30/60/90 Day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834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3291840"/>
            <a:ext cx="297180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4747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grounded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77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mandatory training and understand your role's core responsibilities.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7720" y="19659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580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834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3291840"/>
            <a:ext cx="2971800" cy="0"/>
          </a:xfrm>
          <a:prstGeom prst="line">
            <a:avLst/>
          </a:prstGeom>
          <a:noFill/>
          <a:ln w="12700">
            <a:solidFill>
              <a:srgbClr val="3E6E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34747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977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ownership of at least one small deliverable and build working relationships across your team.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66760" y="19659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58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834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66760" y="3291840"/>
            <a:ext cx="297180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6760" y="34747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ahead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977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introductory-period check-in with your manager and set goals for the next two quarters.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Onboarding · Your First Week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Ask When You're Stuck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112264"/>
            <a:ext cx="658368" cy="65836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988" y="2197852"/>
            <a:ext cx="487192" cy="487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4414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accounts, and software questions.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2112264"/>
            <a:ext cx="658368" cy="65836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548" y="2197852"/>
            <a:ext cx="487192" cy="4871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24414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leave, and policy questions.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74904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4078224"/>
            <a:ext cx="658368" cy="65836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88" y="4163812"/>
            <a:ext cx="487192" cy="48719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44074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Paycheck and tax form questions.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74904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EEF4E8"/>
          </a:solidFill>
          <a:ln/>
          <a:effectLst>
            <a:outerShdw sx="100000" sy="100000" kx="0" ky="0" algn="bl" rotWithShape="0" blurRad="76200" dist="25400" dir="5400000">
              <a:srgbClr val="1A1A1A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37960" y="4078224"/>
            <a:ext cx="658368" cy="658368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548" y="4163812"/>
            <a:ext cx="487192" cy="48719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manager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44074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work and goal questions.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Onboarding · Your First Week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206240" cy="4206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5212080" y="1005840"/>
            <a:ext cx="1005840" cy="10058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2839" y="1136599"/>
            <a:ext cx="744322" cy="7443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286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aboard!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on your team remembers their first week. Ask questions early and often.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Ondrelle New Hire Onboarding Guide, in the Employee Training library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9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Ondrelle is a fictional company. For workshop use only.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2026-09-23T14:02:41Z</dcterms:created>
  <dcterms:modified xsi:type="dcterms:W3CDTF">2026-09-23T14:02:41Z</dcterms:modified>
</cp:coreProperties>
</file>